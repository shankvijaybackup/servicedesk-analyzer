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F46E5"/>
                </a:solidFill>
              </a:rPr>
              <a:t>Service Desk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examples/sample_servicedesk.csv  |  generated 2026-07-14T17:02:40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Deterministic analysis. No model, no training, no data retained.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600 tickets analyzed over 2026-01-01 to 2026-06-24 (174 days).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Data quality: Strong (100/100).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Largest theme: Access &amp; Authentication at 23.2% of volume.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Overall median MTTR: 11.4h.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Estimated deflectable volume: 28.3% to 50.7% (planning estimate).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[High] 7 themes drive ~80% of ticket volume (led by Access &amp; Authentication at 23.2%).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[Medium] Slowest theme by MTTR: Hardware &amp; Devices at 42.2h median.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[High] Highest deflection upside: Access &amp; Authentication (56-97 tickets, Workflow Automation).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Data quality and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Records: 600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Quality: Strong (100/100)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Missing fields: assignee, mttr_hours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MTTR: available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Duplicates: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Ticket volume and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Total tickets: 600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Resolved: 387  |  Open backlog: 213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Type: Incident 53.3%, Request 46.7%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Priority: 4 - Low 26.2%, 3 - Moderate 26.0%, 1 - Critical 24.7%, 2 - High 23.2%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MTTR: slowest and fastest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Overall median 11.4h, p90 35.0h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Slowest: Hardware &amp; Devices 42.2h, Attendance &amp; Leave 22.0h, HR &amp; Payroll 20.9h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Fastest: Access &amp; Authentication 3.3h, Email &amp; Collaboration 5.9h, Network &amp; Connectivity 6.8h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Theme breakdown (the vital few)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Access &amp; Authentication: 139 (23.2%)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Application &amp; Software: 108 (18.0%)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Salesforce / CRM: 51 (8.5%)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Hardware &amp; Devices: 50 (8.3%)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Device Management / MDM: 49 (8.2%)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Email &amp; Collaboration: 48 (8.0%)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Network &amp; Connectivity: 45 (7.5%)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Attendance &amp; Leave: 33 (5.5%) [Medium]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Top operational friction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Hardware &amp; Devices: 50 tickets, 42.2h median, ~2108.1h effort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Application &amp; Software: 108 tickets, 13.1h median, ~1411.7h effort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Attendance &amp; Leave: 33 tickets, 22.0h median, ~725.8h effort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Salesforce / CRM: 51 tickets, 13.1h median, ~666.4h effort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Approval / Workflow: 31 tickets, 16.5h median, ~512.7h effort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AI automation opportunity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Access &amp; Authentication: Workflow Automation, 56-97 deflectable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Application &amp; Software: Knowledge AI, 27-49 deflectable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Email &amp; Collaboration: Knowledge AI, 14-26 deflectable [High]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Device Management / MDM: Integration Automation, 12-22 deflectable [Medium]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Salesforce / CRM: Integration Automation, 10-20 deflectable [Medium]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Attendance &amp; Leave: Workflow Automation, 13-20 deflectable [Medium]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Agentic AI use cases (with guardrails)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Access &amp; Authentication: Identity provider (Entra ID / Okta / AD); approval: Required for privileged or role escalations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Application &amp; Software: Application admin console or config API; approval: For production config changes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Salesforce / CRM: Salesforce (API / metadata / admin); approval: For metadata/schema changes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Device Management / MDM: MDM (Intune / Jamf); approval: Required for wipe/lock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Email &amp; Collaboration: Microsoft 365 / Google Workspace admin; approval: For shared/privileged mailboxes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Attendance &amp; Leave: HR / attendance system (e.g. SAP); approval: For exceptions beyond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Atomicwork solution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Access &amp; Authentication: Access provisioning, Identity automation, Employee self-service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Application &amp; Software: Guided troubleshooting, Knowledge ingestion, Ticket deflection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Salesforce / CRM: MCP/API orchestration, Agentic backend action, Analytics and operational insights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Hardware &amp; Devices: Employee self-service, Workflow execution, Approval automation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Device Management / MDM: MCP/API orchestration, Agentic backend action, IT service automation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Email &amp; Collaboration: Knowledge ingestion, Workflow execution, Access provisioning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Network &amp; Connectivity: Guided troubleshooting, Knowledge ingestion, Ticket deflection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Attendance &amp; Leave: Workflow execution, HR service automation, Approval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30-60-90 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0-30: Deflect the deterministic, low-risk load (Application &amp; Software, Email &amp; Collaboration, Network &amp; Connectivity)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30-60: Automate deterministic workflows (Access &amp; Authentication, Attendance &amp; Leave, Approval / Workflow)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60-90: Integration and agentic use cases with guardrails (Device Management / MDM, Salesforce / CRM, Data / Reporting)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ROI ranges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Estimated deflectable: 170-304 tickets (28.3-50.7%)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Deflection ranges assume the resolution path is API-accessible and knowledge quality is good.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Ranges are planning estimates, not commitments; validate with SMEs before quoting.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Physical fulfilment (hardware) and ambiguous 'Other' tickets are excluded from deflection upside.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Recommendations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Start with quick wins: Access &amp; Authentication, Application &amp; Software, Email &amp; Collaboration. These are deterministic and low risk.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Prioritize Access &amp; Authentication for the largest deflection upside (56-97 tickets).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Pilot one agentic use case (Access &amp; Authentication) behind a human approval checkpoint before scaling.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Treat all deflection figures as ranges to validate with SMEs, not commitments.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Workshop questions: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Which of the top themes are already partially automated today?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For the highest-volume theme, is the resolution path API-accessible or admin-UI only?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What is the knowledge-base quality and coverage for the top deflection candidates?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</a:rPr>
              <a:t>-  Which actions require a human approval step for compliance or risk reasons?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</a:rPr>
              <a:t>Implementation and UAT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UAT test plan: 29 cases (Must 20, Should 9, Could 0), generated from the observed themes, groups, and priorities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Role matrix: 10 roles including per-group agent access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Readiness checklist: 6 Must gates before go-live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15-day testing phase plan: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1-3: Setup and smoke test (exit: One ticket completes the full lifecycle with no blocker)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4-8: Core workflow testing (exit: All Must lifecycle and SLA cases pass)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9-11: Roles, notifications, approvals (exit: Role matrix verified; zero external notification leaks)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12-13: Migration dry run and regression (exit: Migration reconciles; no open Must defects)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14: Go/no-go (exit: Documented go decision with sign-offs)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</a:rPr>
              <a:t>-      Days 15: Go-live preparation (exit: Tool live; fallback and support rota in place)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